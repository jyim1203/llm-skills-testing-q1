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84831"/>
            <a:ext cx="1554480" cy="91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Skills vs. Prompt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0" i="0">
                <a:solidFill>
                  <a:srgbClr val="D6E2F3"/>
                </a:solidFill>
              </a:rPr>
              <a:t>Does delivering the same procedure as an agent Skill differ from pasting it into the prompt?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SWE-bench Lite   ·   deepseek-flash   ·   45 attempts   ·   October 2026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9C2E6"/>
                </a:solidFill>
              </a:rPr>
              <a:t>github.com/jyim1203/llm-skills-testing-q1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Aim &amp;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</a:rPr>
              <a:t>•  When the substantive instructions are identical, does packaging them as an agent Skill change behavior vs. pasting them into the prompt?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Why it matters: agent platforms increasingly ship capabilities as "skills" — but is the benefit the content, or the packaging and on-demand delivery?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Primary comparison: C (skill) vs B (identical prompt text). A (no instructions) anchors the floor.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</a:rPr>
              <a:t>•  Hypotheses: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H1 — delivery mode changes accuracy and/or efficiency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H0 — identical content ⇒ no difference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707070"/>
                </a:solidFill>
              </a:rPr>
              <a:t>•  Reported outcome is accuracy (resolved rate); cost and speed are secondary.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Experiment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</a:rPr>
              <a:t>•  Dataset: SWE-bench Lite (SWE-bench/SWE-bench_Lite), test split, pinned revision b0dde10…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Tasks: 5 instances, one per repository — django, requests, matplotlib, sympy, scikit-learn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</a:rPr>
              <a:t>•  Model: deepseek-flash (OpenAI-compatible)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Agent: our own tool-use loop (inspect / edit / run commands) inside the task's repository checkout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</a:rPr>
              <a:t>•  Grading: official SWE-bench harness (swebench 5.0.2) runs each task's FAIL_TO_PASS + PASS_TO_PASS tests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Metric: resolved = every FAIL_TO_PASS and PASS_TO_PASS test passes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Budget: ≤40 steps, ≤600k cumulative tokens, ≤30 min per attempt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Design: 3 conditions × 5 tasks × 3 repeats = 45 attempts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Making It Rigorous: Validity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Pre-registration — task set, conditions, repeats, and metric frozen and committed before any run (no post-hoc cherry-picking)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Frozen environment — a Docker image per task, pinned by registry digest; a committed lock is enforced before every run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Condition isolation — separate workspace per attempt; a unique container per attempt; skills/ exists only for C; A and B never see a skill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Single source of truth — B and C use byte-identical instruction text, hash-asserted at runtime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Full provenance per attempt — framework git commit, dataset hash, seed, image digest, timestamps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Independent grading — the official harness, not self-reported pass/fail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Pre-flight rehearsal — dev subset + shakedown run before the main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The Three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554480"/>
          <a:ext cx="107899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955279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the agent receives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3864"/>
                          </a:solidFill>
                        </a:rPr>
                        <a:t>A — Baseline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Task + repository context only.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3864"/>
                          </a:solidFill>
                        </a:rPr>
                        <a:t>B — Direct prompt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A + the workflow instructions pasted into the system prompt.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3864"/>
                          </a:solidFill>
                        </a:rPr>
                        <a:t>C — Skill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A + the SAME instructions packaged as SKILL.md, advertised by name/description, and loaded on demand.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4572000"/>
            <a:ext cx="107899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1">
                <a:solidFill>
                  <a:srgbClr val="2E74B5"/>
                </a:solidFill>
              </a:rPr>
              <a:t>B and C share one instruction source of truth; the runner asserts their hashes match, so the ONLY difference is delivery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50876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280160"/>
                <a:gridCol w="1828800"/>
                <a:gridCol w="146304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Resolved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Tokens/att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Sec/att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Tests passed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A — Baseline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15/15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355,733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104.3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522/522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B — Direct prompt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14/15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6A00"/>
                          </a:solidFill>
                        </a:rPr>
                        <a:t>93.3%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336,707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137.3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446/446</a:t>
                      </a:r>
                    </a:p>
                  </a:txBody>
                  <a:tcPr marL="73152" marR="73152" marT="27432" marB="27432"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C — Skill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15/15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305,197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76.2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522/522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3794760"/>
            <a:ext cx="107899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</a:rPr>
              <a:t>45/45 attempts · 0 infrastructure errors · 1490/1490 tests passed · 14.96M tokens · 85.9 min wall-clock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Paired effects (task-level bootstrap, 95% CI, n = 5 tasks):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</a:rPr>
              <a:t>–  B − A = −0.067   [−0.200, +0.000]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</a:rPr>
              <a:t>–  C − A = +0.000   [+0.000, +0.000]</a:t>
            </a:r>
          </a:p>
          <a:p>
            <a:pPr>
              <a:spcAft>
                <a:spcPts val="900"/>
              </a:spcAft>
            </a:pPr>
            <a:r>
              <a:rPr sz="1300" b="0" i="1">
                <a:solidFill>
                  <a:srgbClr val="707070"/>
                </a:solidFill>
              </a:rPr>
              <a:t>The one miss (requests / B / repeat 2) is an empty patch from the token cap — not a capability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Interpretation: A Ceiling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333333"/>
                </a:solidFill>
              </a:rPr>
              <a:t>•  All three conditions resolve essentially every task — there is no headroom, so the run cannot separate A / B / C.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Cause 1 — the task set is easy: django is labelled "&lt;15 min fix"; scikit-learn and sympy are "15 min – 1 hour".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Cause 2 — the baseline prompt leaks the procedure: it already says "read before you write," "make the smallest change," and "leave the tests passing."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So Condition A already receives roughly two-thirds of the treatment — the manipulation has little room to bite.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B03024"/>
                </a:solidFill>
              </a:rPr>
              <a:t>•  Verdict: a valid run, but the primary endpoint is saturated — inconclusive for the research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Secondary Signal: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333333"/>
                </a:solidFill>
              </a:rPr>
              <a:t>•  At equal accuracy, C used the fewest resources: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≈14% fewer tokens than A (305k vs 356k per attempt)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≈10% fewer tool calls (27.7 vs 30.9)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Lower wall-clock (76 vs 104 s per attempt — noisier)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Directionally consistent with an on-demand skill making the agent more economical.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B06A00"/>
                </a:solidFill>
              </a:rPr>
              <a:t>•  Caveat: n = 5 tasks and a ceiling — suggestive, not a reliable effect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Threats to Validity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Ceiling effect — the primary endpoint is saturated; no condition separation is possible.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Prompt leakage — A is not a true no-procedure baseline.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Token cap — bound 6/45 attempts, unevenly (A 4, B 2, C 0).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707070"/>
                </a:solidFill>
              </a:rPr>
              <a:t>–  Sensitivity check: excluding those attempts ⇒ all conditions 100%, so the cap did not drive the result.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Small n — 5 tasks; the bootstrap CI reflects n = 5 and is wide.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Single model, single run — generality is untested.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</a:rPr>
              <a:t>Future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Harder task set — difficulty-stratified; the label field is sparse, so add a screening pass to pick tasks with real headroom.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Refine the conditions — make A a true no-procedure baseline (strip the leaked procedure) so the treatment has room to bite.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Raise the token cap (~1.2M) so it never binds.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More tasks and repeats for statistical power (e.g., 20–30 tasks).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</a:rPr>
              <a:t>•  Test additional models to check generality.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F3864"/>
                </a:solidFill>
              </a:rPr>
              <a:t>•  Pre-register the refined design, then re-run.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9A9A9A"/>
                </a:solidFill>
              </a:rPr>
              <a:t>github.com/jyim1203/llm-skills-testing-q1      ·      pilot-01      ·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